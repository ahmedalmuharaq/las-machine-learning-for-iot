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d9814b5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d9814b5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655af73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655af73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d9814b5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d9814b5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867adbc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4867adb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4867adbc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4867adbc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4867adbcf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4867adbcf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lab.research.google.com/drive/1LrhwvRbclbRyUIgEPuzOdtYwLdRRivlN?usp=drive_link" TargetMode="External"/><Relationship Id="rId4" Type="http://schemas.openxmlformats.org/officeDocument/2006/relationships/hyperlink" Target="https://colab.research.google.com/drive/1ZF1c4zau3LWPliR72J1XP-1a2pjidzcT?usp=drive_link" TargetMode="External"/><Relationship Id="rId5" Type="http://schemas.openxmlformats.org/officeDocument/2006/relationships/hyperlink" Target="https://github.com/josephazar/IOT-UMLP-202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u0dHDqeKFcU901CEasW1HDpfOwkwZZhg/view?usp=drive_link" TargetMode="External"/><Relationship Id="rId4" Type="http://schemas.openxmlformats.org/officeDocument/2006/relationships/hyperlink" Target="https://drive.google.com/file/d/1u0dHDqeKFcU901CEasW1HDpfOwkwZZhg/view?usp=drive_link" TargetMode="External"/><Relationship Id="rId5" Type="http://schemas.openxmlformats.org/officeDocument/2006/relationships/hyperlink" Target="https://drive.google.com/file/d/1u0dHDqeKFcU901CEasW1HDpfOwkwZZhg/view?usp=drive_link" TargetMode="External"/><Relationship Id="rId6" Type="http://schemas.openxmlformats.org/officeDocument/2006/relationships/hyperlink" Target="https://drive.google.com/file/d/1ODkC-RDx4DpeaHXGJj64HzyVNA_wxXbe/view?usp=drive_lin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1 - LAS</a:t>
            </a:r>
            <a:endParaRPr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for IoT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Time Series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00075"/>
            <a:ext cx="8709600" cy="39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Tuesday, May 26 2026 / Thursday, May 28, 2026 - Supervisor: Michel Salomon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Software labs</a:t>
            </a:r>
            <a:r>
              <a:rPr lang="en"/>
              <a:t>: a little warm-up with two Colab files to complete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Lab 1</a:t>
            </a:r>
            <a:r>
              <a:rPr lang="en"/>
              <a:t> - Logistic Regression and Metrics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Lab 2</a:t>
            </a:r>
            <a:r>
              <a:rPr lang="en"/>
              <a:t> - Decision Trees - Random Forests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Prediction / classification </a:t>
            </a:r>
            <a:r>
              <a:rPr b="1" lang="en"/>
              <a:t>Task 1</a:t>
            </a:r>
            <a:r>
              <a:rPr lang="en"/>
              <a:t> in the context of data collected during </a:t>
            </a:r>
            <a:r>
              <a:rPr lang="en" u="sng">
                <a:solidFill>
                  <a:schemeClr val="hlink"/>
                </a:solidFill>
                <a:hlinkClick r:id="rId5"/>
              </a:rPr>
              <a:t>LAS Realisation and development of IoT applications</a:t>
            </a:r>
            <a:r>
              <a:rPr lang="en"/>
              <a:t> supervised by Joseph Azar 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must apply what you have learned in machine learning on some data you collected during the first LAS. You can also investigate / propose new approaches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Prediction / classification </a:t>
            </a:r>
            <a:r>
              <a:rPr b="1" lang="en"/>
              <a:t>Task 2</a:t>
            </a:r>
            <a:r>
              <a:rPr lang="en"/>
              <a:t> in the context of air traffic control: see next slides</a:t>
            </a:r>
            <a:endParaRPr/>
          </a:p>
          <a:p>
            <a:pPr indent="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700"/>
              <a:t>Deadline to send files - Labs and Tasks:</a:t>
            </a:r>
            <a:r>
              <a:rPr lang="en" sz="1700"/>
              <a:t> </a:t>
            </a:r>
            <a:r>
              <a:rPr b="1" lang="en" sz="1700">
                <a:solidFill>
                  <a:srgbClr val="FF0000"/>
                </a:solidFill>
              </a:rPr>
              <a:t>Saturday, June 6 2026 - 6PM</a:t>
            </a:r>
            <a:endParaRPr b="1" sz="17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Wednesday, May 27 2026 - Supervisor: Jacques Bahi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Prediction of stock exchange evolution, etc.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000075"/>
            <a:ext cx="8520600" cy="39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the following slides you will find a short description of the program you have to write for the smart city context. </a:t>
            </a:r>
            <a:r>
              <a:rPr lang="en"/>
              <a:t>It is a program dealing with the prediction / classification of time series.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time series task is based on a paper that was published.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program must be a Colab file.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work in groups as you did in the LAS of the previous semester.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All files must be send to michel.salomon@umlp.fr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Prediction / classification - smart city context</a:t>
            </a:r>
            <a:endParaRPr sz="27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goal is to study and reproduce some of the results obtained in paper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Deep Learning and Gradient Boosting for Urban</a:t>
            </a:r>
            <a:br>
              <a:rPr b="1" lang="en" u="sng">
                <a:solidFill>
                  <a:schemeClr val="hlink"/>
                </a:solidFill>
                <a:hlinkClick r:id="rId4"/>
              </a:rPr>
            </a:br>
            <a:r>
              <a:rPr b="1" lang="en" u="sng">
                <a:solidFill>
                  <a:schemeClr val="hlink"/>
                </a:solidFill>
                <a:hlinkClick r:id="rId5"/>
              </a:rPr>
              <a:t>Environmental Noise Monitoring in Smart Cities</a:t>
            </a:r>
            <a:br>
              <a:rPr b="1" lang="en"/>
            </a:b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carefully read the paper and write a brief summary of it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and train some models: Gradient Boosting and others you choose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provided by </a:t>
            </a:r>
            <a:r>
              <a:rPr lang="en" u="sng">
                <a:solidFill>
                  <a:schemeClr val="hlink"/>
                </a:solidFill>
                <a:hlinkClick r:id="rId6"/>
              </a:rPr>
              <a:t>DataParkmeter.zip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Three </a:t>
            </a:r>
            <a:r>
              <a:rPr lang="en"/>
              <a:t>parameters</a:t>
            </a:r>
            <a:r>
              <a:rPr lang="en"/>
              <a:t> are considered, resulting in 3 CSV files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Plot the curves of the three </a:t>
            </a:r>
            <a:r>
              <a:rPr lang="en"/>
              <a:t>parameters</a:t>
            </a:r>
            <a:r>
              <a:rPr lang="en"/>
              <a:t>, but use only Parkmeter 515 for ML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Preprocess data as explained in Equation (1)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MinMaxScaler from Scikit-learn to normalize data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must add comments to explain / present all the steps from the data loading up to the prediction results </a:t>
            </a:r>
            <a:r>
              <a:rPr lang="en"/>
              <a:t>(use them to detect false data injection attacks as done in the paper)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Prediction / classification - smart city context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832300" cy="3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program must be composed of the following steps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1 - Basic imports (pandas, numpy, etc.)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2 - Load data from the three parkmeters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3 - Process the 77 histogram </a:t>
            </a:r>
            <a:r>
              <a:rPr lang="en" sz="1400"/>
              <a:t>columns : calculate the average noise according to Equation (1)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4 - Resample data to 1-hour intervals and filter to the period May 1, 2019 to January 31,2020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5 - Visualize hourly noise trends like in Figure 2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Step 6 - Normalize data of parkmeter 515 with MinMaxScaler and split in train and test (try ratios)</a:t>
            </a:r>
            <a:endParaRPr sz="1400"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Prediction / classification - smart city context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832300" cy="3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program must be composed of the following steps (continued)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7 - Create LightGBM dataset controlled by a look_back value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8 - Train LightGBM according to Config 1 defined by the upper line of Table 2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9 - Train LightGBM according to Config 2 defined by the lower line of Table 2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10 - Calculate LightGBM RMSE (do not forget to inverse the values)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Step 11 - Apply the best configuration to 6-days forecasting as in Figure 4</a:t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Step 12 - Investigate alternative ML models and compare them with LightGBM</a:t>
            </a:r>
            <a:endParaRPr sz="1400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